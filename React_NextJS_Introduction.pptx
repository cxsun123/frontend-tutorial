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React &amp; Next.js 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从组件到全栈开发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前端教学系列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React 基础 1. React 入门与环境搭建 2. JSX 与组件 3. State 与 Props 4. 条件渲染与列表 5. useEffect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与生命周期 6. 进阶 Hooks 与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React 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JSX 与组件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State 与 Props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条件渲染与列表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useEffect 与生命周期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进阶 Hooks 与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FFFFFF"/>
                </a:solidFill>
                <a:latin typeface="Segoe U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u="none">
                <a:solidFill>
                  <a:srgbClr val="444444"/>
                </a:solidFill>
                <a:latin typeface="Segoe UI"/>
              </a:rPr>
              <a:t>Chapter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333333"/>
                </a:solidFill>
                <a:latin typeface="Segoe UI"/>
              </a:rPr>
              <a:t>Brief description of what this chapter covers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700" b="1" i="0" u="none">
                <a:solidFill>
                  <a:srgbClr val="444444"/>
                </a:solidFill>
                <a:latin typeface="Segoe UI"/>
              </a:rPr>
              <a:t>Choose Your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4480560" cy="548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4480560" cy="5486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 Light"/>
              </a:rPr>
              <a:t>为什么选择 Next.js？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 Light"/>
              </a:rPr>
              <a:t>渲染策略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432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• 基于 React 的全栈框架 • SSR/SSG 提升 SEO • 文件系统路由 • 内置 API 层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图片优化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• SSR: 服务端动态渲染 • SSG: 构建时静态生成 • ISR: 增量静态生成 • CSR: 客户端渲染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371600"/>
            <a:ext cx="9144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444444"/>
                </a:solidFill>
                <a:latin typeface="Segoe UI"/>
              </a:rPr>
              <a:t>路由与页面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333333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333333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444444"/>
                </a:solidFill>
                <a:latin typeface="Segoe UI"/>
              </a:rPr>
              <a:t>数据获取与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333333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333333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444444"/>
                </a:solidFill>
                <a:latin typeface="Segoe UI"/>
              </a:rPr>
              <a:t>部署与全栈开发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333333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333333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ma8lq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444444"/>
                </a:solidFill>
                <a:latin typeface="Segoe UI"/>
              </a:rPr>
              <a:t>React + Next.js 全栈入门 共 10 个章节 祝你编码愉快！🚀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