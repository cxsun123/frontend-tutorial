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5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Git 入门教程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EBF5FB"/>
                </a:solidFill>
              </a:defRPr>
            </a:pPr>
            <a:r>
              <a:t>分布式版本控制 · 协作开发 · 版本管理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什么是 Git？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Git 是一款强大的分布式版本控制系统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• 解决代码误改难以回溯的问题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• 精准记录每一位团队成员的操作轨迹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• 从文件创建到具体代码行的修改，所有变更清晰可追溯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核心价值：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✅ 可回退 — 每次修改都能撤回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✅ 可查看 — 完整的修改历史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✅ 可协作 — 多人同时开发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✅ 可试错 — 尽情尝试不怕出错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D6D7E"/>
                </a:solidFill>
              </a:defRPr>
            </a:pPr>
            <a:r>
              <a:t>Git 是现代软件开发的必备工具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安装 Git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macOS（自带 Git，或使用 Homebrew）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brew install git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Windows：从官网下载安装包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https://git-scm.com/download/win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Linux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sudo apt-get install git    # Debian/Ubuntu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sudo yum install git        # CentOS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验证安装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--version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D6D7E"/>
                </a:solidFill>
              </a:defRPr>
            </a:pPr>
            <a:r>
              <a:t>macOS 通常已预装 Git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基础配置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配置用户信息（必配）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config --global user.name "Your Name"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config --global user.email "your@email.com"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查看配置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config --list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配置范围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local  — 仅当前仓库（默认）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global — 当前用户所有仓库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system — 所有用户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D6D7E"/>
                </a:solidFill>
              </a:defRPr>
            </a:pPr>
            <a:r>
              <a:t>local &gt; global &gt; system，优先级从高到低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A: 基础操作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初始化与克隆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初始化本地仓库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init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克隆远程仓库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clone https://github.com/user/repo.git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查看状态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D6D7E"/>
                </a:solidFill>
              </a:defRPr>
            </a:pPr>
            <a:r>
              <a:t>git init 会在当前目录创建 .git 隐藏文件夹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工作区、暂存区、本地仓库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Git 的三个核心区域：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工作区 (Working Directory)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— 你编辑文件的地方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暂存区 (Staging Area)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— 准备提交的文件快照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本地仓库 (Local Repository)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— 保存所有提交历史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流程：工作区 → git add → 暂存区 → git commit → 本地仓库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基本操作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添加文件到暂存区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add file.txt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add .              # 添加所有文件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提交到本地仓库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commit -m "提交信息"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查看历史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log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log --oneline     # 简洁模式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查看差异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diff              # 工作区 vs 暂存区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diff --cached     # 暂存区 vs 本地仓库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.gitignore 文件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常用通配符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*.log          # 忽略所有日志文件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*.pyc          # 忽略 Python 编译文件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node_modules/  # 忽略 node_modules 目录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dist/          # 忽略构建输出目录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.DS_Store      # 忽略 macOS 系统文件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示例 .gitignore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node_modules/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dist/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*.log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.env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.DS_Store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D6D7E"/>
                </a:solidFill>
              </a:defRPr>
            </a:pPr>
            <a:r>
              <a:t>已被跟踪的文件不会被 .gitignore 忽略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B: 分支操作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分支操作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创建分支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branch feature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切换分支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switch feature      # 推荐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checkout feature    # 旧语法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创建并切换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switch -c feature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checkout -b feature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查看分支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branch              # 本地分支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branch -a           # 所有分支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删除分支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branch -d feature   # 删除已合并分支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branch -D feature   # 强制删除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为什么使用分支？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分支让你可以在不影响主线的情况下开发新功能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典型工作流：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1. 从 main 创建 feature 分支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2. 在 feature 分支上开发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3. 开发完成后合并回 main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分支是 Git 最强大的功能之一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并行开发多个功能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隔离实验性代码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保护稳定的主线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C: 远程协作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远程仓库操作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添加远程仓库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remote add origin https://github.com/user/repo.git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推送到远程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push origin main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push -u origin main  # 首次推送并关联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拉取代码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pull origin main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查看远程仓库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remote 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D6D7E"/>
                </a:solidFill>
              </a:defRPr>
            </a:pPr>
            <a:r>
              <a:t>git pull = git fetch + git merge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D: 合并与冲突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分支合并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合并分支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checkout main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merge feature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快进合并（--ff）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merge --ff feature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非快进合并（保留分支历史）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merge --no-ff feature -m "合并 feature 分支"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解决冲突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当两个分支修改同一文件的同一部分时，Git 无法自动合并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冲突标记：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&lt;&lt;&lt;&lt;&lt;&lt;&lt; HEAD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当前分支的修改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=======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要合并分支的修改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&gt;&gt;&gt;&gt;&gt;&gt;&gt; feature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解决步骤：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1. 手动编辑文件，保留需要的代码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2. 删除冲突标记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3. git add 标记为已解决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4. git commit 完成合并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E: 高级操作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Rebase 变基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在特性分支上 rebase main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checkout feature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rebase main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交互式 rebase（修改最近 3 个提交）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rebase -i HEAD~3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常用命令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pick    - 使用该提交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reword  - 修改提交信息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squash  - 合并到前一个提交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fixup   - 合并并丢弃日志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drop    - 移除该提交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D6D7E"/>
                </a:solidFill>
              </a:defRPr>
            </a:pPr>
            <a:r>
              <a:t>不要在公共分支上执行 rebase！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撤销操作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软重置（保留修改）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reset --soft HEAD~1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硬重置（丢弃修改，慎用！）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reset --hard HEAD~1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还原（创建新提交来撤销）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revert commit-hash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临时存储修改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stash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stash pop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D6D7E"/>
                </a:solidFill>
              </a:defRPr>
            </a:pPr>
            <a:r>
              <a:t>reset 移动 HEAD，revert 创建新提交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标签与 Reflog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打标签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tag v1.0.0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tag -a v1.0.0 -m "版本 1.0.0"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push origin v1.0.0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查看标签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tag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Reflog（查看所有操作历史）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reflog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# 使用 reflog 恢复误删的提交</a:t>
            </a:r>
          </a:p>
          <a:p>
            <a:pPr>
              <a:spcAft>
                <a:spcPts val="100"/>
              </a:spcAft>
              <a:defRPr sz="1300">
                <a:solidFill>
                  <a:srgbClr val="CDD6F4"/>
                </a:solidFill>
                <a:latin typeface="Courier New"/>
              </a:defRPr>
            </a:pPr>
            <a:r>
              <a:t>git reset --hard HEAD@{1}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D6D7E"/>
                </a:solidFill>
              </a:defRPr>
            </a:pPr>
            <a:r>
              <a:t>Reflog 是安全网，90天内可恢复丢失的提交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5033"/>
                </a:solidFill>
              </a:defRPr>
            </a:pPr>
            <a:r>
              <a:t>Git 核心总结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基础：init / clone / add / commit / status / log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分支：branch / switch / merge / delete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远程：remote / push / pull / fetch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合并：merge --ff / merge --no-ff / rebase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撤销：reset --soft / reset --hard / revert / stash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高级：cherry-pick / reflog / tag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学习资源：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git-scm.com — 官方文档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learngitbranching.js.org — 交互式学习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• git-examples/ — 本课配套示例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