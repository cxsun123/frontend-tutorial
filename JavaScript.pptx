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65e2082c954fd7" /><Relationship Type="http://schemas.openxmlformats.org/officeDocument/2006/relationships/extended-properties" Target="/docProps/app.xml" Id="Rd9c8165ea0ea425d" /><Relationship Type="http://schemas.openxmlformats.org/officeDocument/2006/relationships/officeDocument" Target="/ppt/presentation.xml" Id="R1f2c62d7a21e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606cc8bed4b43"/>
  </p:sldMasterIdLst>
  <p:notesMasterIdLst>
    <p:notesMasterId xmlns:r="http://schemas.openxmlformats.org/officeDocument/2006/relationships" r:id="R5a210fa692bd4f52"/>
  </p:notesMasterIdLst>
  <p:sldIdLst>
    <p:sldId xmlns:r="http://schemas.openxmlformats.org/officeDocument/2006/relationships" id="256" r:id="R66d690cca1c64ff8"/>
    <p:sldId xmlns:r="http://schemas.openxmlformats.org/officeDocument/2006/relationships" id="257" r:id="R394c227538134a17"/>
    <p:sldId xmlns:r="http://schemas.openxmlformats.org/officeDocument/2006/relationships" id="258" r:id="R0c5cae30257c4921"/>
    <p:sldId xmlns:r="http://schemas.openxmlformats.org/officeDocument/2006/relationships" id="259" r:id="Rb41022a806de41f9"/>
    <p:sldId xmlns:r="http://schemas.openxmlformats.org/officeDocument/2006/relationships" id="260" r:id="R996930132da943da"/>
    <p:sldId xmlns:r="http://schemas.openxmlformats.org/officeDocument/2006/relationships" id="261" r:id="R87aefcbef31d4e26"/>
    <p:sldId xmlns:r="http://schemas.openxmlformats.org/officeDocument/2006/relationships" id="262" r:id="R952d1bccafa0480b"/>
    <p:sldId xmlns:r="http://schemas.openxmlformats.org/officeDocument/2006/relationships" id="263" r:id="R31f2cc232f6c4e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d69663003447e" /><Relationship Type="http://schemas.openxmlformats.org/officeDocument/2006/relationships/slideMaster" Target="/ppt/slideMasters/slideMaster1.xml" Id="Rd84606cc8bed4b43" /><Relationship Type="http://schemas.openxmlformats.org/officeDocument/2006/relationships/notesMaster" Target="/ppt/notesMasters/notesMaster1.xml" Id="R5a210fa692bd4f52" /><Relationship Type="http://schemas.openxmlformats.org/officeDocument/2006/relationships/presProps" Target="/ppt/presProps.xml" Id="R50cd22a38ca344ff" /><Relationship Type="http://schemas.openxmlformats.org/officeDocument/2006/relationships/tableStyles" Target="/ppt/tableStyles.xml" Id="R997dd8c7550d42d9" /><Relationship Type="http://schemas.openxmlformats.org/officeDocument/2006/relationships/slide" Target="/ppt/slides/slide1.xml" Id="R66d690cca1c64ff8" /><Relationship Type="http://schemas.openxmlformats.org/officeDocument/2006/relationships/slide" Target="/ppt/slides/slide2.xml" Id="R394c227538134a17" /><Relationship Type="http://schemas.openxmlformats.org/officeDocument/2006/relationships/slide" Target="/ppt/slides/slide3.xml" Id="R0c5cae30257c4921" /><Relationship Type="http://schemas.openxmlformats.org/officeDocument/2006/relationships/slide" Target="/ppt/slides/slide4.xml" Id="Rb41022a806de41f9" /><Relationship Type="http://schemas.openxmlformats.org/officeDocument/2006/relationships/slide" Target="/ppt/slides/slide5.xml" Id="R996930132da943da" /><Relationship Type="http://schemas.openxmlformats.org/officeDocument/2006/relationships/slide" Target="/ppt/slides/slide6.xml" Id="R87aefcbef31d4e26" /><Relationship Type="http://schemas.openxmlformats.org/officeDocument/2006/relationships/slide" Target="/ppt/slides/slide7.xml" Id="R952d1bccafa0480b" /><Relationship Type="http://schemas.openxmlformats.org/officeDocument/2006/relationships/slide" Target="/ppt/slides/slide8.xml" Id="R31f2cc232f6c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30aefdf4e45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4dcf4e44e401f" /><Relationship Type="http://schemas.openxmlformats.org/officeDocument/2006/relationships/notesMaster" Target="/ppt/notesMasters/notesMaster1.xml" Id="Ra2cb0556e3fb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d67191a1e649ee" /><Relationship Type="http://schemas.openxmlformats.org/officeDocument/2006/relationships/notesMaster" Target="/ppt/notesMasters/notesMaster1.xml" Id="R70e408e7888146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eb261d886438e" /><Relationship Type="http://schemas.openxmlformats.org/officeDocument/2006/relationships/notesMaster" Target="/ppt/notesMasters/notesMaster1.xml" Id="Reed3bf0b2c0b4e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f2bd5a67534122" /><Relationship Type="http://schemas.openxmlformats.org/officeDocument/2006/relationships/notesMaster" Target="/ppt/notesMasters/notesMaster1.xml" Id="R6cb629f2e78041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f56e83f6041c1" /><Relationship Type="http://schemas.openxmlformats.org/officeDocument/2006/relationships/notesMaster" Target="/ppt/notesMasters/notesMaster1.xml" Id="R1caf0f28a647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f8557a10b4d2b" /><Relationship Type="http://schemas.openxmlformats.org/officeDocument/2006/relationships/notesMaster" Target="/ppt/notesMasters/notesMaster1.xml" Id="R252eeffb215946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28f96f0c94673" /><Relationship Type="http://schemas.openxmlformats.org/officeDocument/2006/relationships/notesMaster" Target="/ppt/notesMasters/notesMaster1.xml" Id="Reed3d11e50494a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2e0810f74a4aab" /><Relationship Type="http://schemas.openxmlformats.org/officeDocument/2006/relationships/notesMaster" Target="/ppt/notesMasters/notesMaster1.xml" Id="R6ea1da961d3c47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e4fe15b6f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ebdf54877405e" /><Relationship Type="http://schemas.openxmlformats.org/officeDocument/2006/relationships/slideLayout" Target="/ppt/slideLayouts/slideLayout1.xml" Id="R52116b6a8654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16b6a8654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d34ec2c44fb8" /><Relationship Type="http://schemas.openxmlformats.org/officeDocument/2006/relationships/notesSlide" Target="/ppt/notesSlides/notesSlide1.xml" Id="R58efe3bcbdd2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5d66d615c428b" /><Relationship Type="http://schemas.openxmlformats.org/officeDocument/2006/relationships/notesSlide" Target="/ppt/notesSlides/notesSlide2.xml" Id="R0501c8d0706a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785184a3047dd" /><Relationship Type="http://schemas.openxmlformats.org/officeDocument/2006/relationships/notesSlide" Target="/ppt/notesSlides/notesSlide3.xml" Id="R3eb29b4f136c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9a6e69ed4804" /><Relationship Type="http://schemas.openxmlformats.org/officeDocument/2006/relationships/notesSlide" Target="/ppt/notesSlides/notesSlide4.xml" Id="Rd1b6811b72ed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283fdedfb458f" /><Relationship Type="http://schemas.openxmlformats.org/officeDocument/2006/relationships/notesSlide" Target="/ppt/notesSlides/notesSlide5.xml" Id="Rdfc31643a81a44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1cc1d58c0434a" /><Relationship Type="http://schemas.openxmlformats.org/officeDocument/2006/relationships/notesSlide" Target="/ppt/notesSlides/notesSlide6.xml" Id="Rb656c9235c3849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e2b59d0fe4c9a" /><Relationship Type="http://schemas.openxmlformats.org/officeDocument/2006/relationships/notesSlide" Target="/ppt/notesSlides/notesSlide7.xml" Id="R4f24d17b941248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b5f3a14e47da" /><Relationship Type="http://schemas.openxmlformats.org/officeDocument/2006/relationships/notesSlide" Target="/ppt/notesSlides/notesSlide8.xml" Id="Rd77786ad1d124f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75E67-CE5E-4CB4-A45B-09BBBDF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solidFill>
              <a:srgbClr val="007A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54D2D-8FDB-41D2-A7A0-EC4C63D4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JavaScript 教学课件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7EA37-6309-438F-BDE8-7DE5848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从语法基础到 DOM 交互与异步编程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78542-1E0A-4C87-83E0-0E5A07E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教学示例 + 试验场 + 课堂课件</a:t>
            </a:r>
          </a:p>
        </p:txBody>
      </p:sp>
    </p:spTree>
    <p:extLst>
      <p:ext uri="{BB962C8B-B14F-4D97-AF65-F5344CB8AC3E}">
        <p14:creationId xmlns:p14="http://schemas.microsoft.com/office/powerpoint/2010/main" val="258708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856D9-2DBD-4BA1-B744-D0AD901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57BB-39E1-43F7-99CD-6D3E9DA2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JavaScript 学习路径从“数据”走向“页面行为”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FF43E-A1E0-4939-8ABD-8A068C4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43296-8A3F-43BD-ACE3-5C12966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基础语法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8D9FD-31C7-4639-A301-DEDC180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1866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变量、类型、表达式和函数。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6A88-A4E7-41B0-B8F1-357CCE4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0E593-C959-4896-9D63-8729107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数据结构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FC83B-74A7-488B-BE04-CE8A4A3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1866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数组、对象和 JSON 组织数据。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0638A-6819-485F-A08C-89C7CC9F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3DB05-41E7-42E6-B769-11E78D2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DOM 与事件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46839-7D19-4894-AB9B-8D1BC4AF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1866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读取页面、修改页面、响应用户操作。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DA33F-1864-4E99-B51E-13CCE13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669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93940-BDD2-43FA-97CF-51A2F1F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异步与现代能力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9D1DB-97C6-4780-AF8E-5FBBD6BB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1866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Promise、async/await、存储和模块。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91C63-DD84-48AA-9066-BF06CE38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• JavaScript 的学习目标不是背 API，而是能把页面变成可交互系统。</a:t>
            </a:r>
          </a:p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• 每个示例都可以进入试验场修改运行。</a:t>
            </a:r>
          </a:p>
        </p:txBody>
      </p:sp>
    </p:spTree>
    <p:extLst>
      <p:ext uri="{BB962C8B-B14F-4D97-AF65-F5344CB8AC3E}">
        <p14:creationId xmlns:p14="http://schemas.microsoft.com/office/powerpoint/2010/main" val="30665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BA4BA-23D8-4FED-887F-145BEEE9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525A-AAC9-45D6-AD7E-69BDBC84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基础语法为后续所有交互打底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4352-3940-46AE-8C76-7740AA82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C5076-BA36-434D-9462-6D48F63C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变量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919E3-5523-47D7-A4F7-21F1077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let 与 const 表达不同的数据变化意图。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E6916-546F-40FB-BFAC-58C5533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42D4B-43E3-4396-A431-3261213D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AD2DF-9E3E-4869-9C9B-AB544E2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字符串、数字、布尔、对象和 undefined。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A3651-8863-4BC3-8E44-43C2DBCC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21212-D468-4EB3-808F-6B20C86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B3DF2-2E80-46DF-A1E9-BC53B0B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if/switch 决定程序分支。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F6A9F-07E6-413D-AF3B-D010C31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46C35-9555-49C0-A70D-A95B6F57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循环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3F67B-248A-4C3C-A4A5-449318B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重复处理列表或次数。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6669C-69C4-4E2F-9439-EC7D30B4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C25D8-40D2-47ED-9136-14DA9C0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函数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1B455-AEC2-4570-ACD4-347D00A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把步骤封装成可复用能力。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71DA5-3362-4EF1-BB65-A4E350B9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459EC-6C2E-4121-861C-5CDAF2F3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错误处理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373CB-EC19-4057-8A31-A2689BE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try/catch 让演示更稳定。</a:t>
            </a:r>
          </a:p>
        </p:txBody>
      </p:sp>
    </p:spTree>
    <p:extLst>
      <p:ext uri="{BB962C8B-B14F-4D97-AF65-F5344CB8AC3E}">
        <p14:creationId xmlns:p14="http://schemas.microsoft.com/office/powerpoint/2010/main" val="1272225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C1082-44F3-43E6-9531-A3A445A0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D5499-3AD0-4B1C-8F6F-2552678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函数把“点击后做什么”封装起来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C20B5-E74D-4207-9F56-B7639432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000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7DB9D-9018-4E7C-89A2-EA4CDDE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课堂重点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1070B-61F9-4A33-9223-F0C0835B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35814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函数名应表达意图；函数内部读取数据、处理数据，再更新页面。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48600-986E-447C-9181-F49D5C9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191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A96DA-A995-4BC7-9BE7-2445F947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561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function runDemo(){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  const name = "JavaScript";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  output.textContent = name + " 已运行";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FD440-61A6-4E91-ABA4-78235B8D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先让学生读懂输入、处理、输出三步，再扩展到 DOM 和事件。</a:t>
            </a:r>
          </a:p>
        </p:txBody>
      </p:sp>
    </p:spTree>
    <p:extLst>
      <p:ext uri="{BB962C8B-B14F-4D97-AF65-F5344CB8AC3E}">
        <p14:creationId xmlns:p14="http://schemas.microsoft.com/office/powerpoint/2010/main" val="2082735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5E562-B258-404C-AD56-C6B9049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5AC57-2C0A-40C4-84F6-8A367EC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DOM 是 JavaScript 操作页面的桥梁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F15BB-86E1-4E74-9560-9D720B7C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000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D1155-130F-4F85-9C16-3608B386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关键动作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1F9CF-ACB9-4937-8206-30AF8897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35814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querySelector 找元素，textContent 改文字，createElement 创建节点，classList 切换状态。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B75BA-3E2E-48AA-ACEE-E62E75B8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191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5A8C-A10D-45D6-9017-CA505B6E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561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const el = document.querySelector("#title");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el.textContent = "新标题";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el.classList.toggle("active");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2AE1E-A03E-4D8C-ACF6-DA326DB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DOM 示例页适合让学生直接修改 id、class 和文本内容。</a:t>
            </a:r>
          </a:p>
        </p:txBody>
      </p:sp>
    </p:spTree>
    <p:extLst>
      <p:ext uri="{BB962C8B-B14F-4D97-AF65-F5344CB8AC3E}">
        <p14:creationId xmlns:p14="http://schemas.microsoft.com/office/powerpoint/2010/main" val="53698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B1CA8-C644-47A7-A5F2-7D62D18C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4FD4-69DE-4147-B593-D93C1B1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事件让页面从静态展示变成用户交互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8891D-6FDE-4686-9076-815D768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C2EF1-8A2D-4D01-B406-1A88501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click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29F60-22D2-429F-95FF-218CD7E1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按钮、卡片和列表项点击。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96B59-2D63-426F-80F4-3C2D5E4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A2939-6E72-4B35-BCA1-85AD032E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E97E2-8823-4CF8-B4EC-0D0E48E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实时读取输入框内容。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422C5-FB51-4FD8-8011-041F9FA4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77484-56BF-441B-BF87-2A9E767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C3ABA-CB74-4DFB-B906-5D02D19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拦截表单并校验数据。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183C7-0B70-4FB9-8D1C-C3B22DCD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56E51-2B63-4CCD-A0A5-EDF33FC4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42F6C-7E84-4EDE-AC7D-2309431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选择框和控件值变化。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1EC97-F657-439F-9F73-767B100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2224A-22CE-4EC6-8E4B-6153F77F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事件对象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27F08-98B1-49BE-8EDF-9AC1A4D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读取 target、key、value 等上下文。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EA110-579A-42AE-A9BC-87AAEF9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2C408-8609-4B17-AFF3-BC2D6E8E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事件委托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188D2-4B9D-433C-B69E-84E60FCD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父元素统一处理动态子项。</a:t>
            </a:r>
          </a:p>
        </p:txBody>
      </p:sp>
    </p:spTree>
    <p:extLst>
      <p:ext uri="{BB962C8B-B14F-4D97-AF65-F5344CB8AC3E}">
        <p14:creationId xmlns:p14="http://schemas.microsoft.com/office/powerpoint/2010/main" val="938393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9D5A4-BE29-4981-90D6-2097C3E8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AF6EB-C958-4415-94F3-DE77070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异步代码处理“稍后才有结果”的任务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DBAA0-3DF5-4C89-9B5A-3CEA674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000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5E03E-A73C-479C-A404-290B831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现代写法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D5F84-E642-4490-8D6F-A39828F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35814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Promise 描述未来结果；async/await 让异步流程更像同步步骤。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90936-1CA6-4684-9FC5-945B4E1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191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6D963-CF4E-45B6-A719-93D71B1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561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async function loadData(){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  const data = await mockFetch();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  view.textContent = JSON.stringify(data);</a:t>
            </a:r>
          </a:p>
          <a:p xmlns:a="http://schemas.openxmlformats.org/drawingml/2006/main">
            <a:pPr>
              <a:defRPr sz="1350" b="0">
                <a:solidFill>
                  <a:srgbClr val="B9F8CF"/>
                </a:solidFill>
              </a:defRPr>
            </a:pPr>
            <a:r>
              <a:rPr sz="1350" b="0">
                <a:solidFill>
                  <a:srgbClr val="B9F8CF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384E6-445D-4E01-B179-DA70867F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试验场里的异步示例用 mockFetch 避免外网依赖，课堂演示更稳定。</a:t>
            </a:r>
          </a:p>
        </p:txBody>
      </p:sp>
    </p:spTree>
    <p:extLst>
      <p:ext uri="{BB962C8B-B14F-4D97-AF65-F5344CB8AC3E}">
        <p14:creationId xmlns:p14="http://schemas.microsoft.com/office/powerpoint/2010/main" val="2030065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735BD-BF6C-4856-A4DF-92CAD0F2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JavaScript 教学课件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A7AFF-FE19-46E7-9015-A4660C69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JavaScript 课后练习应围绕“读、算、改、响”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3A4DE-5361-4F49-A248-5E537CA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读取输入框值并显示结果。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用数组方法筛选数据。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点击按钮动态添加列表项。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用事件委托处理列表点击。</a:t>
            </a:r>
          </a:p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• 用 async/await 加载模拟数据并渲染。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58CB0-5DA3-46EE-AFEC-7A88571E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556C"/>
                </a:solidFill>
              </a:defRPr>
            </a:pPr>
            <a:r>
              <a:rPr sz="1650" b="1">
                <a:solidFill>
                  <a:srgbClr val="45556C"/>
                </a:solidFill>
              </a:rPr>
              <a:t>建议课堂节奏：先看示例页，再点击每段代码进入试验场修改参数。</a:t>
            </a:r>
          </a:p>
        </p:txBody>
      </p:sp>
    </p:spTree>
    <p:extLst>
      <p:ext uri="{BB962C8B-B14F-4D97-AF65-F5344CB8AC3E}">
        <p14:creationId xmlns:p14="http://schemas.microsoft.com/office/powerpoint/2010/main" val="132026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2026-07-12T08:59:11.6420000Z</dcterms:created>
  <dcterms:modified xsi:type="dcterms:W3CDTF">2026-07-12T08:59:11.6420000Z</dcterms:modified>
</coreProperties>
</file>