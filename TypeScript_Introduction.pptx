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78C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TypeScript 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BF5FB"/>
                </a:solidFill>
              </a:defRPr>
            </a:pPr>
            <a:r>
              <a:t>JavaScript 的超集 · 静态类型 · 编译时检查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什么是 TypeScript？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TypeScript = JavaScript + 静态类型系统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由 Microsoft 开发和维护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是 JavaScript 的超集（所有 JS 代码都是合法 TS）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添加了类型注解、接口、泛型等特性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编译为纯 JavaScript 运行（浏览器/Node.js）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核心价值：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编译时发现错误，减少运行时 bug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更好的 IDE 支持（自动补全、重构）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代码即文档，提高可维护性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TypeScript 不是替代 JavaScript，而是在其之上增强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JavaScript vs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JavaScript：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动态类型 — 变量类型运行时确定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灵活但容易出错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例：let x = 'hello'; x = 42; // 合法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TypeScript：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静态类型 — 变量类型编译时确定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类型安全 + 保持 JS 灵活性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例：let x: string = 'hello';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      x = 42; // ❌ 编译错误！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TypeScript ≈ JavaScript + 类型注解 + 编译时检查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安装与编译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安装 TypeScript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npm install -g typescript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查看版本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tsc --version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编译单个文件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tsc 01-基本类型.ts        # → 生成 01-基本类型.js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使用 tsconfig.json 编译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tsc                       # 编译所有 src/*.ts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监听模式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tsc --watch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运行编译后的 JS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node dist/01-基本类型.js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tsconfig.json 配置编译选项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tsconfig.json 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"compilerOptions":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"target": "ES2020",        // 编译目标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"module": "ES2020",        // 模块系统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"strict": true,            // 启用所有严格检查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"outDir": "./dist",        // 输出目录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"rootDir": "./src",        // 源码目录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"sourceMap": true,         // 生成 source map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"declaration": true        // 生成 .d.ts 声明文件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"include": ["src/**/*"]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strict: true 推荐开启，包含所有严格类型检查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A: 基础类型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原始数据类型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string  — 字符串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number  — 数字（整数和浮点数）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boolean — 布尔值（true / false）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null    — 空值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undefined — 未定义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let name: string = 'Alice';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let age: number = 25;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let isDone: boolean = false;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TypeScript 会自动推断类型，但显式注解更清晰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原始类型示例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字符串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greeting: string = "Hello, TypeScript!";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数字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age: number = 25;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price: number = 99.9;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布尔值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isDone: boolean = false;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数组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nums: number[] = [1, 2, 3];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names: Array&lt;string&gt; = ["A", "B"];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元组 (Tuple)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person: [string, number] = ["Alice", 30];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枚举 (Enum)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enum Direction { Up, Down, Left, Right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let dir: Direction = Direction.Up;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数组与元组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数组：同一类型的有序集合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let nums: number[] = [1, 2, 3];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let names: Array&lt;string&gt; = ['a', 'b'];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元组：固定长度和类型的数组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let pair: [string, number] = ['age', 25];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pair[0] = 42;  // ❌ 错误！第一个必须是 string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枚举：一组命名常量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enum Color { Red, Green, Blue }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let c: Color = Color.Red;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console.log(Color[c]); // 'Red'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any / void / never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any — 任意类型（关闭类型检查）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let x: any = 42;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x = 'hello';  // 允许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⚠️ 尽量避免使用 any，失去类型安全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void — 没有返回值的函数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function log(msg: string): void {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 console.log(msg);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never — 永远不会返回的函数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function throwError(msg: string): never {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 throw new Error(msg);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B: 接口与类型别名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接口 (Interface)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接口定义对象的「形状」—— 有哪些属性、类型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interface User {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id: number;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name: string;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email: string;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age?: number;           // 可选属性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readonly createdAt: Date; // 只读属性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接口可继承：interface Employee extends User { ... }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接口可声明合并：同名接口自动合并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接口示例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interface User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id: number;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name: string;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email: string;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age?: number;           // 可选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readonly createdAt: Date; // 只读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createUser(name: string, email: string): User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id: Math.floor(Math.random() * 1000),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name, email,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createdAt: new Date(),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};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const user = createUser("Alice", "alice@test.com");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console.log(user.name);     // "Alice"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user.createdAt = new Date(); // ❌ readonly!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类型别名 (Type Alias)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 为类型起一个新名字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 Point = { x: number; y: number };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 ID = string | number;              // 联合类型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type Status = 'active' | 'inactive';    // 字面量类型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Interface vs Type：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Interface：可 extends 继承、声明合并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Type：支持 union (|)、交叉 (&amp;)、映射类型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推荐：对象形状用 interface，其他用 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C: 函数类型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函数类型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参数 + 返回值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add(a: number, b: number): number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a + b;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可选参数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greet(name: string, title?: string)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title ? \`Hello, \${title} \${name}!\` : \`Hello, \${name}!\`;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默认参数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power(base: number, exp: number = 2)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Math.pow(base, exp);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剩余参数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sum(...nums: number[]): number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nums.reduce((a, n) =&gt; a + n, 0);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函数类型别名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MathOp = (a: number, b: number) =&gt; number;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const multiply: MathOp = (a, b) =&gt; a * b;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D: 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类 — 定义与继承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class Animal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name: string;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private _age: number;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constructor(name: string, age: number)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this.name = name;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this._age = age;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get age() { return this._age;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set age(v) { if (v &gt;= 0) this._age = v;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speak(): string { return \`\${this.name} makes a sound\`;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继承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class Dog extends Animal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speak() { return \`\${this.name} barks!\`;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const dog = new Dog("Buddy", 3);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console.log(dog.speak()); // "Buddy barks!"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类 — 访问修饰符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public（默认）— 任何地方可访问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private — 仅类内部可访问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protected — 类内部 + 子类可访问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readonly — 只读（初始化后不可修改）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abstract 抽象类：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不能直接实例化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可包含抽象方法（子类必须实现）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class Shape {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abstract area(): number;  // 抽象方法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E: 泛型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泛型 (Generics)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泛型让函数/类/接口支持多种类型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function identity&lt;T&gt;(arg: T): T { return arg; }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identity&lt;string&gt;('hello');  // T = string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identity&lt;number&gt;(42);       // T = number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泛型约束：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function logLen&lt;T extends HasLen&gt;(arg: T) {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 console.log(arg.length);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泛型示例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泛型函数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identity&lt;T&gt;(arg: T): T { return arg;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泛型接口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interface ApiResponse&lt;T&gt;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code: number;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data: T;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泛型类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class Stack&lt;T&gt;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private items: T[] = [];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push(item: T) { this.items.push(item);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pop(): T | undefined { return this.items.pop();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keyof 约束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get&lt;T, K extends keyof T&gt;(obj: T, key: K): T[K]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obj[key];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const p = { name: "Alice", age: 30 };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get(p, "name");  // ✅ "Alice"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get(p, "email"); // ❌ "email" 不存在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F: 高级类型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联合类型与类型守卫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联合类型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format(id: string | number): string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if (typeof id === "string") return id.toUpperCase();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\`ID-\${id}\`;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类型守卫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isFish(pet: Fish | Bird): pet is Fish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return (pet as Fish).swim !== undefined;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字面量类型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Direction = "up" | "down" | "left" | "right";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可辨识联合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interface Circle { kind: "circle"; radius: number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interface Square { kind: "square"; side: number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Shape = Circle | Square;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function area(s: Shape): number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switch (s.kind)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case "circle": return Math.PI * s.radius ** 2;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  case "square": return s.side ** 2;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内置工具类型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interface User {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id: number; name: string;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  email: string; age: number;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Pick: 选取部分属性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UserBasic = Pick&lt;User, "id" | "name"&gt;;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Omit: 排除部分属性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NoEmail = Omit&lt;User, "email"&gt;;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Record: 键值对类型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Roles = "admin" | "user" | "guest";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Perms = Record&lt;Roles, string[]&gt;;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Partial: 所有属性可选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PartialUser = Partial&lt;User&gt;;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Readonly: 所有属性只读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ReadonlyUser = Readonly&lt;User&gt;;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// ReturnType: 获取函数返回类型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Fn = () =&gt; string;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type R = ReturnType&lt;Fn&gt;; // string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78C6"/>
                </a:solidFill>
              </a:defRPr>
            </a:pPr>
            <a:r>
              <a:t>TypeScript 核心总结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基础类型：string / number / boolean / array / tuple / enum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接口 Interface：定义对象形状，支持继承和可选属性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类型别名 Type：联合类型、交叉类型、字面量类型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函数类型：参数/返回值注解、可选参数、函数重载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类 Class：继承、抽象类、访问修饰符、implements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泛型 Generics：类型参数化，复用逻辑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类型守卫：typeof / in / is / 可辨识联合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工具类型：Pick / Omit / Record / Partial / Readonly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学习资源：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ts.xcatliu.com — TypeScript 入门教程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typescriptlang.org/docs — 官方文档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ts-example/ — 本课配套示例代码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