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数据库与 SQL 入门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从基础到 PostgreSQL 实战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前端教学系列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数据库概述与术语 2. SQL 基础 3. SQL 进阶 4. 关系数据库设计 5. NoSQL 数据库 6. PostgreSQL 入门 7.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Python 操作 PostgreSQL 8. 数据库最佳实践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数据库概述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SQL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SQL 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关系数据库设计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468847"/>
                </a:solidFill>
                <a:latin typeface="Segoe UI"/>
              </a:rPr>
              <a:t>NoSQL 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595959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595959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PostgreSQL 与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1: • Point A • Point B • Point C • Supporting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Column 2: • Point D • Point E • Point F • Additional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y241oi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444444"/>
                </a:solidFill>
                <a:latin typeface="Segoe UI"/>
              </a:rPr>
              <a:t>数据库与 SQL 入门 共 8 个章节 理论与实践结合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